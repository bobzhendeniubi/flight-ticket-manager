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EA5E9"/>
                </a:solidFill>
              </a:rPr>
              <a:t>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世途旅行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0EA5E9"/>
                </a:solidFill>
              </a:rPr>
              <a:t>Citur Travel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澳门直飞岘港 · 智能旅行管理平台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840480"/>
            <a:ext cx="27432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Demo Presentation · 2026年4月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我们做什么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世途旅行 Citur Travel 的业务定位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54864" cy="1463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✈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自营航班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QH9588/9589 澳门↔岘港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Bamboo Airways · A321 · 每天对飞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65760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54864" cy="1463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🏨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6928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产品矩阵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机票 + 酒店 + 机场接送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+ 越南签证 + 全包套餐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365760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200400"/>
            <a:ext cx="54864" cy="1463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代理网络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总代 → 区代 → 门店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多级分销 + 预付余额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365760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00400"/>
            <a:ext cx="54864" cy="1463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6928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精准定位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专注澳门客户飞越南岘港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一站式旅行管家服务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为什么是岘港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450万+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年外国游客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越南第三大城市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1h 45m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直飞时长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澳门↔岘港 A321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Top 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世界最美海滩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《福布斯》美溪海滩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28016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竞争对手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无专业澳门→岘港平台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双系统架构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前台 · 客户/代理  :5173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航班搜索（单程 / 往返）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酒店 / 接送 / 签证 / 套餐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购物车 + 结账（护照 OCR）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多种支付（含代理预付余额）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代理团队管理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后台 · 管理员/运营  :5174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运营仪表盘 + 实时客户动态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订单管理（状态流转）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航班管理（365天班次）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座位统计 + 切位（包位）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产品管理 + 套餐配置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动态定价引擎 + 代理余额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共享后端 API — Fastify + PostgreSQL + Redis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两层动态定价引擎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核心技术竞争力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Layer 1: 日期等级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4864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 黄金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920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×1.50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春节/国庆/周日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54864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23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 高峰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2423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×1.20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周五/周六/暑期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54864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 平峰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2926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×1.00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周一/周四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429000"/>
            <a:ext cx="54864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 优惠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3429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×0.80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456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周二/周三/淡季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280160"/>
            <a:ext cx="393192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Layer 2: 余位阶梯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0" y="182880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每 10 张票一个价位 (Fare Bucket)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180 座经济舱 = 18 个档位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×0.70 (最便宜) → ×1.55 (最贵)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线性递增，越晚买越贵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4155"/>
                </a:solidFill>
              </a:rPr>
              <a:t>跨档自动升价: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买 6 张，当前档剩 5 →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前 5 张当前价，第 6 张下一档价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E9"/>
                </a:solidFill>
              </a:rPr>
              <a:t>最终价 = 基础价 × 日期倍率 × 余位倍率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定价效果演示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QH9589 经济舱 · 基础价 ¥1,480 · 首 10 张票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1280160"/>
                <a:gridCol w="128016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出发日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等级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日期倍率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余位倍率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最终价/人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周三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×0.80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×0.70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¥828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周四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×1.00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×0.70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</a:rPr>
                        <a:t>¥1,036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周五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×1.20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×0.70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¥1,243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周日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×1.50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×0.70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¥1,554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国庆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×1.50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×1.20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¥2,664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</a:rPr>
              <a:t>同一航班，国庆比周三贵 3.2 倍 — 这就是动态定价的威力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可配置全包套餐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🏖️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经典度假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凯悦 3 晚 + 接送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93192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蜜月豪华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洲际半岛 4 晚 + 巴拿山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商务快闪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商务舱 + 市区 1 晚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👨‍👩‍👧‍👦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亲子出游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太阳豪庭双房 + 会安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65176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🧘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93192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养生疗愈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TIA Wellness + 海钓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🏮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6656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会安文化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安岚古城 + 美山遗址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206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人数可调 (1-9人) + 房间数可调 (1-5房)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机票价格实时联动动态定价引擎 · 12 家直签酒店 · 8 款接送 · 10 种签证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三级代理分销网络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0" y="1280160"/>
            <a:ext cx="3657600" cy="64008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1280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1级 · 澳门岘港旅游总代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¥80,000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2377440"/>
            <a:ext cx="2926080" cy="640080"/>
          </a:xfrm>
          <a:prstGeom prst="rect">
            <a:avLst/>
          </a:prstGeom>
          <a:solidFill>
            <a:srgbClr val="0284C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2377440"/>
            <a:ext cx="1901952" cy="6400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2级 · 澳门欢乐旅行社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84448" y="237744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¥20,000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2377440"/>
            <a:ext cx="2926080" cy="640080"/>
          </a:xfrm>
          <a:prstGeom prst="rect">
            <a:avLst/>
          </a:prstGeom>
          <a:solidFill>
            <a:srgbClr val="0284C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377440"/>
            <a:ext cx="1901952" cy="6400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2级 · 另一家区代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84848" y="237744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¥15,000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2560320" cy="6400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4747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3级 · 威尼斯人门店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0592" y="347472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¥5,000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3474720"/>
            <a:ext cx="2560320" cy="6400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0" y="34747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3级 · 新口岸门店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93792" y="347472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¥3,000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每级独立预付余额，管理员手动充值/扣款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上级可创建下级（最多 5 级），RBAC 数据隔离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切位（包位）：总代锁定座位自行销售，到期回收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佣金按产品类型独立设置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全栈技术架构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64592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React 18 + Vite + TypeScript + Tailwind CSS + Zustand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164592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7190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Node.js (Fastify 5) + Prisma 5 + PostgreSQL 16 + Redis 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49424"/>
            <a:ext cx="164592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94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2494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Argon2 + JWT (access/refresh rotation) + RBAC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79776"/>
            <a:ext cx="164592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797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定价引擎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779776"/>
            <a:ext cx="603504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DateRanking table + Linear FareBucket interpolation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164592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101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310128"/>
            <a:ext cx="603504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Tesseract (dev) → AWS Textract v2 (prod)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164592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部署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38404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Docker Compose (dev) → AWS ECS + RDS + ElastiCache (prod)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70832"/>
            <a:ext cx="164592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708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小程序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43708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Taro 4 + React（M2.5 规划中）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合作模式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世途旅行 = 技术方 + 运营方 联合平台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贵方（运营方）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承担开发费用 ¥100,000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提供岘港业务资源 + 供应链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负责代理网络拓展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享有系统共同销售权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我方（技术方）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全栈开发 + 系统架构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后续运营维护（成本价）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技术迭代 + 功能升级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联合销售 license 给其他公司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双方共同拥有平台 · 共同向其他旅行社销售 License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License 年费方案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面向旅行社的 SaaS 授权定价 · 双方共同销售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标准版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¥18,000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¥1,500/月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前台购买系统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后台订单管理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基础航班管理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3 个管理员账号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邮件支持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00584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05840"/>
            <a:ext cx="265176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5212080" y="777240"/>
            <a:ext cx="64008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777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推荐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专业版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¥36,000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¥3,000/月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37744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全部标准版功能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动态定价引擎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切位/包位管理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多级代理体系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10 个管理员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微信小程序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097280"/>
            <a:ext cx="265176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旗舰版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¥68,000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¥5,667/月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24688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全部专业版功能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ML 需求预测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护照 OCR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API 对接第三方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不限管理员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7×24 技术支持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License 收入预测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</a:rPr>
              <a:t>¥10万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开发投入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贵方一次性承担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92024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188720"/>
            <a:ext cx="19202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</a:rPr>
              <a:t>10 家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首年目标客户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港澳+东南亚旅行社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192024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192024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</a:rPr>
              <a:t>¥36万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首年 License 收入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10家 × 专业版 ¥36K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192024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188720"/>
            <a:ext cx="19202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3.6×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037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首年 ROI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¥10万 → ¥36万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7863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客户数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年 License 收入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累计利润(扣运维)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第1年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 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¥360,000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¥260,000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第2年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 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¥900,000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¥1,060,000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第3年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 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¥1,800,000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¥2,660,000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4008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* 运维由技术方按成本价提供 · License 收入双方按约定比例分成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开发里程碑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4389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M1 基础架构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0972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认证 / 数据库 / API 骨架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786384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627632"/>
            <a:ext cx="54864" cy="4389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2763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6276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M2 销售 MVP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162763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航班搜索 / 购物车 / 代理层级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157984"/>
            <a:ext cx="786384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57984"/>
            <a:ext cx="54864" cy="4389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15798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1579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M3 产品扩展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215798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酒店 / 接送 / 签证 / 套餐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688336"/>
            <a:ext cx="786384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688336"/>
            <a:ext cx="54864" cy="4389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68833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268833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M4 后台管理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268833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仪表盘 / 订单 / 座位 / 切位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218688"/>
            <a:ext cx="786384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218688"/>
            <a:ext cx="54864" cy="4389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218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3218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M5 动态定价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321868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DateRanking + FareBucket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749040"/>
            <a:ext cx="7863840" cy="43891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3749040"/>
            <a:ext cx="54864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7490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37490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M2.5 微信小程序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0" y="37490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Taro React（下一阶段）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279392"/>
            <a:ext cx="7863840" cy="43891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4279392"/>
            <a:ext cx="54864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27939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🔜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42793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M6 上线部署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0" y="427939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AWS + CI/CD + 安全审计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</a:rPr>
              <a:t>世途旅行 Citur Travel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108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github.com/bobzhendeniubi/flight-ticket-manager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3840480"/>
            <a:ext cx="457200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现在进入 Live Demo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世途旅行 — 智能旅行管理平台</dc:title>
  <dc:subject>PptxGenJS Presentation</dc:subject>
  <dc:creator>世途旅行 Citur Travel</dc:creator>
  <cp:lastModifiedBy>世途旅行 Citur Travel</cp:lastModifiedBy>
  <cp:revision>1</cp:revision>
  <dcterms:created xsi:type="dcterms:W3CDTF">2026-04-16T04:55:50Z</dcterms:created>
  <dcterms:modified xsi:type="dcterms:W3CDTF">2026-04-16T04:55:50Z</dcterms:modified>
</cp:coreProperties>
</file>